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2011680" cy="73792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743200" y="3657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L University, Hyderabad</a:t>
            </a:r>
            <a:endParaRPr lang="en-US" sz="15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Artificial Intelligence &amp; Data Science  ·  2026-27</a:t>
            </a:r>
            <a:endParaRPr lang="en-US" sz="15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– 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74320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Chandra – 2510080055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 – 2510080052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Charan – 2510080053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Pranith Reddy – 2510080051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2743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DBE &amp; DSD (25CS1302E)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Year/Sem: Y25 – II/IV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64008" cy="27980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7373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records kept in paper registers or spreadsheets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know which beds are free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bed can be given to two students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298448"/>
            <a:ext cx="64008" cy="27980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important?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7373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cause disputes and delays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and updating records is slow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view of occupancy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298448"/>
            <a:ext cx="64008" cy="27980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faces it?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7373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wardens and administrators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waiting for allocation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the Project (Societal Need)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64008" cy="27980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needed?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7373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Hostels house hundreds of students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 wastes staff time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accurate, centralised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298448"/>
            <a:ext cx="64008" cy="27980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7373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Administrators: faster, error-free work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 fair, transparent allocation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Institutions: better planning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298448"/>
            <a:ext cx="64008" cy="27980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7373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Paperless, efficient hostel management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data for decisions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by any hostel or PG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Digitise student, room and allocation records in a database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beds to students without any conflicts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real-time room occupancy and available beds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simple dashboard and search for administrators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frontend, REST backend and relational database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/ Methodology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application where the administrator registers students, views rooms and allocates beds. Rules are checked on the server and stored in PostgreSQL.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2286000"/>
            <a:ext cx="182880" cy="182880"/>
          </a:xfrm>
          <a:prstGeom prst="rightArrow">
            <a:avLst/>
          </a:prstGeom>
          <a:solidFill>
            <a:srgbClr val="334155"/>
          </a:solidFill>
          <a:ln/>
        </p:spPr>
      </p:sp>
      <p:sp>
        <p:nvSpPr>
          <p:cNvPr id="10" name="Shape 8"/>
          <p:cNvSpPr/>
          <p:nvPr/>
        </p:nvSpPr>
        <p:spPr>
          <a:xfrm>
            <a:off x="2148840" y="192024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4884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11880" y="2286000"/>
            <a:ext cx="182880" cy="182880"/>
          </a:xfrm>
          <a:prstGeom prst="rightArrow">
            <a:avLst/>
          </a:prstGeom>
          <a:solidFill>
            <a:srgbClr val="334155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192024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4048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0" y="2286000"/>
            <a:ext cx="182880" cy="182880"/>
          </a:xfrm>
          <a:prstGeom prst="rightArrow">
            <a:avLst/>
          </a:prstGeom>
          <a:solidFill>
            <a:srgbClr val="334155"/>
          </a:solidFill>
          <a:ln/>
        </p:spPr>
      </p:sp>
      <p:sp>
        <p:nvSpPr>
          <p:cNvPr id="16" name="Shape 14"/>
          <p:cNvSpPr/>
          <p:nvPr/>
        </p:nvSpPr>
        <p:spPr>
          <a:xfrm>
            <a:off x="5532120" y="192024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53212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95160" y="2286000"/>
            <a:ext cx="182880" cy="182880"/>
          </a:xfrm>
          <a:prstGeom prst="rightArrow">
            <a:avLst/>
          </a:prstGeom>
          <a:solidFill>
            <a:srgbClr val="334155"/>
          </a:solidFill>
          <a:ln/>
        </p:spPr>
      </p:sp>
      <p:sp>
        <p:nvSpPr>
          <p:cNvPr id="19" name="Shape 17"/>
          <p:cNvSpPr/>
          <p:nvPr/>
        </p:nvSpPr>
        <p:spPr>
          <a:xfrm>
            <a:off x="7223760" y="192024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2376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(JSON)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modules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  ·   Room Management   ·   Bed Allocation   ·   Dashboard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Analysis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64008" cy="27980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7373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/ Desktop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camera or sensors needed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Raspberry Pi / Arduino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298448"/>
            <a:ext cx="64008" cy="27980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7373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JavaScript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Git &amp; GitHub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Flask, React (Vite)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psycopg2, Flask-CORS, Lucide icons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298448"/>
            <a:ext cx="64008" cy="27980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7373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dataset required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Self-created sample data (students, rooms)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entered through the application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of the Project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Conflict-free allocation using database row locking, not just manual checks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Bed-level tracking (Bed 1, Bed 2, Bed 3), not only room-level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with occupancy bars from real database data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lightweight and low-cost compared with heavy ERP systems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design: payments and maintenance can be added later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Hostel Management System - Review 1</dc:title>
  <dc:subject>PptxGenJS Presentation</dc:subject>
  <dc:creator>PptxGenJS</dc:creator>
  <cp:lastModifiedBy>PptxGenJS</cp:lastModifiedBy>
  <cp:revision>1</cp:revision>
  <dcterms:created xsi:type="dcterms:W3CDTF">2026-10-06T04:13:50Z</dcterms:created>
  <dcterms:modified xsi:type="dcterms:W3CDTF">2026-10-06T04:13:50Z</dcterms:modified>
</cp:coreProperties>
</file>