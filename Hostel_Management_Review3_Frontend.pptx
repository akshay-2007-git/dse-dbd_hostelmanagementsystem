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 ·  REVIEW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14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 &amp; Implementation (React + Vite)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Department of AI &amp; DS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Chandra (2510080055)  ·  Manoj (2510080052)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Charan (2510080053)  ·  Pranith Reddy (2510080051)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Overview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React application for hostel administrators.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72768"/>
            <a:ext cx="64008" cy="24323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93392"/>
            <a:ext cx="3657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admin one place to manage students, rooms and bed allocations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data from the Flask / PostgreSQL backend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interface simple and fast to use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72768"/>
            <a:ext cx="64008" cy="24323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Goals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93392"/>
            <a:ext cx="365760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responsive dashboard layout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forms with validation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 after every action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for future modules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Project Structure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Component-based UI, state with hooks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dev server and build 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lucide-react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Icon set for menus and buttons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(index.css)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styling, responsive 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calls to the Flask 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0" y="1188720"/>
            <a:ext cx="32004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0" y="1298448"/>
            <a:ext cx="64008" cy="2706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7150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719072"/>
            <a:ext cx="28346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src/App.jsx – all pages and components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src/main.jsx – app entry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src/index.css – styles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– root page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package.json – dependencies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 &amp; State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07008"/>
            <a:ext cx="64008" cy="2889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(React useState)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627632"/>
            <a:ext cx="36576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– current screen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rooms, allocations, dashboard – data from API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– search text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studentModal, allocationModal – pop-up forms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toast, loading – feedback and loader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sidebarOpen – mobile menu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28895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27632"/>
            <a:ext cx="36576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 data once with useEffect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loadData() calls 4 APIs together using Promise.all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fields are mapped to frontend names (e.g. student_id → id)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passed to pages as props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add or cancel, loadData() refreshes everything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Structure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the parent; pages and reusable parts are separate components.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4173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(state + routing)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920240"/>
            <a:ext cx="-342900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860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-169164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2860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03120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4572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22860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40480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920240"/>
            <a:ext cx="178308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22860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77840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920240"/>
            <a:ext cx="3520440" cy="36576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228600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0" y="22860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/ Maintenance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Reusable: Stat · AllocationRow · PageHead · Modal · ModalActions · Field · StudentModal · AllocationModal · ComingSoon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pic>
        <p:nvPicPr>
          <p:cNvPr id="6" name="Image 0" descr="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275965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051560"/>
            <a:ext cx="2286000" cy="275965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0" y="1161288"/>
            <a:ext cx="64008" cy="2540203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1581912"/>
            <a:ext cx="1920240" cy="213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 cards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allocations table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occupancy bars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links to modules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Students, Rooms and Allocations screenshots on extra slides if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Frontend Features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98448"/>
            <a:ext cx="64008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719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menu items; hamburger menu on small screens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298448"/>
            <a:ext cx="64008" cy="6949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190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students and allocations as you type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50008"/>
            <a:ext cx="64008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Forms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Student and New Allocation pop-ups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240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350008"/>
            <a:ext cx="64008" cy="6949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Bed Picker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2770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 beds are shown and disabled in the dropdown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01568"/>
            <a:ext cx="64008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Cards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bed shown as occupied or free with Full / Available tag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63440" y="32918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401568"/>
            <a:ext cx="64008" cy="6949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8920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89204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panel and toast messages for success and errors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Frontend–Backend Integration &amp; Summary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10972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pages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/students, /rooms, /allocations, /dashboard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Student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/api/students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 Bed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/api/allocations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Allocation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/api/allocations/:id/cancel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1089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218688"/>
            <a:ext cx="64008" cy="11521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3931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complete for Dashboard, Students, Rooms and Allocations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login, payments, maintenance, edit/delete students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Hostel Management System - Review 3 (Frontend)</dc:title>
  <dc:subject>PptxGenJS Presentation</dc:subject>
  <dc:creator>PptxGenJS</dc:creator>
  <cp:lastModifiedBy>PptxGenJS</cp:lastModifiedBy>
  <cp:revision>1</cp:revision>
  <dcterms:created xsi:type="dcterms:W3CDTF">2026-10-06T04:15:07Z</dcterms:created>
  <dcterms:modified xsi:type="dcterms:W3CDTF">2026-10-06T04:15:07Z</dcterms:modified>
</cp:coreProperties>
</file>