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 ·  REVIEW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Flask REST API  ·  PostgreSQL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Akshay Chandra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Charan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Pranith Reddy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0" y="23774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DS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paper registers with one reliable, real-time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64208"/>
            <a:ext cx="64008" cy="11521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Records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299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student, room and allocation data centrally in PostgreSQL.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64208"/>
            <a:ext cx="64008" cy="11521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Bed Allocation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0299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beds to students with conflict-free, validated rules.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18688"/>
            <a:ext cx="64008" cy="11521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real-time room occupancy and free beds on a dashboard.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18688"/>
            <a:ext cx="64008" cy="11521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React UI to a Flask REST API and a relational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Approach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flow from requirements to a tested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554480" cy="1097280"/>
          </a:xfrm>
          <a:prstGeom prst="chevron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011680"/>
            <a:ext cx="1554480" cy="109728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0312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554480" cy="1097280"/>
          </a:xfrm>
          <a:prstGeom prst="chevron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1554480" cy="109728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1554480" cy="1097280"/>
          </a:xfrm>
          <a:prstGeom prst="chevron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2011680"/>
            <a:ext cx="1554480" cy="109728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0" y="20116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students · rooms · allocations   |   Rules enforced in API: one active bed per student, no double-booking, valid bed numbers.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and tools used.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17373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508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(Vite), Lucide icons, custom CSS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48840"/>
            <a:ext cx="17373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148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Flask, Flask-CORS, python-dotenv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17373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788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psycopg2 (parameterised SQL, row locking)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17373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429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REST endpoints returning JSON (GET / POST / PATCH)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69080"/>
            <a:ext cx="17373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0690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Node.js, Git &amp; GitHub, localhost:5173 ↔ :5000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Request–response flow across three tiers.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 browser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10512" y="2423160"/>
            <a:ext cx="22860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182880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74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7872" y="2423160"/>
            <a:ext cx="22860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182880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947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85232" y="2423160"/>
            <a:ext cx="22860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532120" y="182880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3212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hostel_management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22592" y="2423160"/>
            <a:ext cx="22860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82880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694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UI update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(fetch)  →  SQL queries (psycopg2)  →  rows  →  JSON  →  rendered tables, cards &amp;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/ Working Demonstration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6" name="Dashboard screenshot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852160" cy="28026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5852160" cy="2802636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86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(live data)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005840"/>
            <a:ext cx="2194560" cy="280263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115568"/>
            <a:ext cx="64008" cy="25831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shown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150876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form &amp;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&amp; bed grid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allocation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Students, Rooms and Allocation screenshots from localhost:5173 here.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can actually 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 with validation and duplicate protection (roll no., phone, email).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&amp; Bed Tracking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capacity, occupied and free beds shown visually.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2432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Allocation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student → room → bed with transaction-safe checks.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2432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Free Bed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 allocation; the bed instantly becomes available.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7588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across students and allocations.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67588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Reports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recent allocations and occupancy bars from the DB.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/api/health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&amp; DB connected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saved, listed in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roll / 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with 409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 free 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created (ACTIVE)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 occupied 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Blocked: bed already occupied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bed for same student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Blocked: already allocated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bed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with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→ CANCELLED, bed freed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&amp;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correct, filter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measurable results (local environment).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measurable outcomes.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students (demo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(4 double, 2 triple)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bed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allocations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beds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463040"/>
            <a:ext cx="3017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572768"/>
            <a:ext cx="64008" cy="2432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9788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19659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checks plus row locking prevent double-booking, so allocation conflicts are eliminated while the dashboard always reflects live data.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2889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achieved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full-stack system: React + Flask + PostgreSQL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allocation and live availability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98448"/>
            <a:ext cx="64008" cy="28895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role-based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fee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Edit/delete students, reports export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 - Review 4</dc:title>
  <dc:subject>PptxGenJS Presentation</dc:subject>
  <dc:creator>PptxGenJS</dc:creator>
  <cp:lastModifiedBy>PptxGenJS</cp:lastModifiedBy>
  <cp:revision>1</cp:revision>
  <dcterms:created xsi:type="dcterms:W3CDTF">2026-10-06T03:41:03Z</dcterms:created>
  <dcterms:modified xsi:type="dcterms:W3CDTF">2026-10-06T03:41:03Z</dcterms:modified>
</cp:coreProperties>
</file>